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BB7772-4441-C965-805A-E78A453519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20A96CF-2CA4-1825-B054-5A8CD876AF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A65B47-328B-35A4-8559-4379FD2FE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A63CF-A2BF-4340-99E7-1E08DF0A6F3F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7B69ED-FC1F-279B-3560-047987762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543E77-1D16-48D0-0C12-D3E8455C4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8C706-070F-44C6-8C8A-8E813B6AB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8689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A821C8-476C-08C9-F156-477CA9E67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759F7F-640C-8742-B2C7-561741AFA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E809F9-CD66-F5EE-A447-7B338BF4A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A63CF-A2BF-4340-99E7-1E08DF0A6F3F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0C413B-3FFC-DF0F-7D6F-F5539762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0EB5F0-5EAC-D96F-C1A6-5CF9969D4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8C706-070F-44C6-8C8A-8E813B6AB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665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1B4F78-465B-0751-66F2-FB6246CBF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2029881-CCD1-83C3-84B4-0D19D0B25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7BC6EE-411E-B776-AD7B-244FC6B14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A63CF-A2BF-4340-99E7-1E08DF0A6F3F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C461A1-6189-1A4F-7F23-CC4D07972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1946721-11ED-1EB4-77C7-29DBEC59E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8C706-070F-44C6-8C8A-8E813B6AB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13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E50E3B-D610-3C89-68FA-1AFA0173A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110CC8-2C68-29C1-B6F0-459BDA288F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6E0E240-852F-0B3C-A107-10C5B707ED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47B2ED0-13BC-07A6-BD61-0B4E7CE49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A63CF-A2BF-4340-99E7-1E08DF0A6F3F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AB3090B-1318-672C-CA77-E324ADAD0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BF13B25-FED2-3EE9-B7C0-976B9107A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8C706-070F-44C6-8C8A-8E813B6AB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9637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3FF79D-DDC6-F490-8EA1-F5659042B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DC3DBA7-1E37-A3AA-16E2-C5813FBF4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B8876E4-BAFB-F661-CF3A-48B0A1A955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3C5A27F-3906-32E9-06AE-C450BFADBB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FBE2BDF-7C50-3D56-2AB2-5068A9EB98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1C7D518-A59B-F4BA-E21B-06665C6F1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A63CF-A2BF-4340-99E7-1E08DF0A6F3F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7082EFD-ED6A-8C07-BF27-1A049C509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3F40BA7-752A-B5B0-CAD4-833F355B7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8C706-070F-44C6-8C8A-8E813B6AB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5306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601632-791D-1295-6F45-2D713AB5C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6E5F37A-3AD7-94DB-783D-95E111158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A63CF-A2BF-4340-99E7-1E08DF0A6F3F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2E6D97D-C08F-4979-3BDE-7295067CF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2A4A80D-92CE-EC2C-4A9C-3DA5621AE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8C706-070F-44C6-8C8A-8E813B6AB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629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BF07A7F-F17D-A9BA-E5B9-2266AE3D0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A63CF-A2BF-4340-99E7-1E08DF0A6F3F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707D9FD-EA6A-2653-6083-E4F3FE641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CBF2DC6-2D0D-A5F7-1DF5-CC7DEE256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8C706-070F-44C6-8C8A-8E813B6AB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79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AB3FC6-47C1-C0CC-FC06-D63CA5CCE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D0CC07-7642-4447-3764-CD103C017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C0CF7E3-E44A-52F8-7156-EAAA6D9649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DB6860E-2039-DEF3-677B-45EBFA27B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A63CF-A2BF-4340-99E7-1E08DF0A6F3F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57B8784-B8AE-6D66-F44A-DE9B35664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E2D96E5-9FDD-913E-CAD0-1B1A87AFC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8C706-070F-44C6-8C8A-8E813B6AB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6721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38531B-11A1-BD1E-1389-2E53D97BA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4696927-549F-1C47-0167-73B167FD8A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91D489C-35BF-E98F-069D-61CA1803D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9A50D49-369C-2EC7-4219-651FBA5BB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A63CF-A2BF-4340-99E7-1E08DF0A6F3F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9C125B7-7A06-35EF-0C27-E56E03B9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7C933D1-E32A-94D5-A4C4-6B7814F05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8C706-070F-44C6-8C8A-8E813B6AB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3875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BEF3BB-BCA6-F857-FDD4-4836E9BEA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8BFD1AC-12D7-8CE6-C2AD-044DD619C5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FA50CF-E323-90C5-E9EB-37C0DC849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A63CF-A2BF-4340-99E7-1E08DF0A6F3F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52E54C-56C9-96DF-BAC6-365CB0D15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4BDE18-2B20-F0D1-F9C0-E802A9241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8C706-070F-44C6-8C8A-8E813B6AB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5003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EF44915-4F5E-CB3F-70B7-55B180A5DB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E2F722F-AD75-45B7-9CFC-EAA4DAE32A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360EDD-CC2F-388F-30DB-2E2546763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A63CF-A2BF-4340-99E7-1E08DF0A6F3F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EED21A-9D18-53AA-9251-51BCF090C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973172-B1C2-C8DE-2759-59FE23CC5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8C706-070F-44C6-8C8A-8E813B6AB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0212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4D2B3D-81BB-6E9A-265B-0BF4F8ABE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EF4F2EC-E12A-1C64-6E92-5BB56E1A4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BA6ED6-A492-6355-C0A9-9247E0B58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FA63CF-A2BF-4340-99E7-1E08DF0A6F3F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3AEAF2-D670-CEA2-006E-4755539F51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F29B6E-2065-F107-2247-16AD64DB38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E8C706-070F-44C6-8C8A-8E813B6AB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9764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AE2992-1894-4F58-D4FB-F4097A33C1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Проект игра </a:t>
            </a:r>
            <a:r>
              <a:rPr lang="en-US" dirty="0"/>
              <a:t>Arcade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8844395-0FEF-9846-F117-0EAC0CB87C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Сделал: Вдовин Даниил</a:t>
            </a:r>
          </a:p>
        </p:txBody>
      </p:sp>
    </p:spTree>
    <p:extLst>
      <p:ext uri="{BB962C8B-B14F-4D97-AF65-F5344CB8AC3E}">
        <p14:creationId xmlns:p14="http://schemas.microsoft.com/office/powerpoint/2010/main" val="4080993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6CFF8F-DB06-C377-6FFC-E177B571D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ru-RU" sz="7200"/>
              <a:t>Описание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30C0AC-EE2E-259E-834D-093CE6C77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ru-RU" sz="2000" dirty="0"/>
              <a:t>Идея проекта родилась из желания создать классический 2D-платформер с современной механикой управления. </a:t>
            </a:r>
          </a:p>
          <a:p>
            <a:r>
              <a:rPr lang="ru-RU" sz="2000" b="1" dirty="0"/>
              <a:t>Цель:</a:t>
            </a:r>
            <a:r>
              <a:rPr lang="ru-RU" sz="2000" dirty="0"/>
              <a:t> Разработать игру, где игроку нужно проявить ловкость и скорость, проходя уровни, собирая артефакты и избегая ловушек.</a:t>
            </a:r>
          </a:p>
          <a:p>
            <a:r>
              <a:rPr lang="ru-RU" sz="2000" dirty="0"/>
              <a:t>В приложении реализована система физики, анимация персонажа, враждебные мобы и сохранение лучших результатов в базу данных. Для удобства игрока добавлены настройки звука и полноэкранного режима.</a:t>
            </a: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450904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22D796-52F1-39E7-6589-27A19FA73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ru-RU" sz="4800"/>
              <a:t>Главное меню</a:t>
            </a:r>
          </a:p>
        </p:txBody>
      </p:sp>
      <p:sp>
        <p:nvSpPr>
          <p:cNvPr id="18" name="Rectangle 1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E34C148-B352-9F2D-F20C-F4AE737B11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3661" y="2599509"/>
            <a:ext cx="4530898" cy="36394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При запуске игрока встречает анимированное меню с динамическим фоном.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Авто-поиск уровней: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Игра сама сканирует папку 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levels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effectLst/>
              </a:rPr>
              <a:t> и отрисовывает кнопки только для существующих карт.</a:t>
            </a:r>
            <a:endParaRPr kumimoji="0" lang="ru-RU" altLang="ru-RU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Навигация: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Возможность сразу перейти к любому открытому уровню, зайти в настройки или выйти из игры.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ru-RU" altLang="ru-RU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Рисунок 5" descr="Изображение выглядит как текст, снимок экрана, Шрифт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B5FACD4-CDDD-33BF-A6A7-0559F11430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532" y="2680413"/>
            <a:ext cx="5150277" cy="332192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200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85A8CB-E4CF-E621-0DCC-6F4DE2D5F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ru-RU" sz="4800"/>
              <a:t>Игровой процесс (Геймплей)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1C80E5-FC95-6132-DB9B-BC1D8B766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ru-RU" sz="1600"/>
              <a:t>Основная часть игры — это прохождение полосы препятствий.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b="1"/>
              <a:t>Управление:</a:t>
            </a:r>
            <a:r>
              <a:rPr lang="ru-RU" sz="1600"/>
              <a:t> Робот поддерживает «Coyote Time» (возможность прыгнуть, даже если ты уже чуть-чуть сошел с платформы) и двойной прыжок.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b="1"/>
              <a:t>Интерфейс (GUI):</a:t>
            </a:r>
            <a:r>
              <a:rPr lang="ru-RU" sz="1600"/>
              <a:t> На экране всегда видны текущие жизни (сердечки), счетчик монет и таймер прохождения, который обновляется в реальном времени.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b="1"/>
              <a:t>Камера:</a:t>
            </a:r>
            <a:r>
              <a:rPr lang="ru-RU" sz="1600"/>
              <a:t> Реализовано плавное следование камеры за игроком (Lerp-сглаживание), что делает картинку приятной для глаз.</a:t>
            </a:r>
          </a:p>
          <a:p>
            <a:endParaRPr lang="ru-RU" sz="1600"/>
          </a:p>
        </p:txBody>
      </p:sp>
      <p:pic>
        <p:nvPicPr>
          <p:cNvPr id="5" name="Рисунок 4" descr="Изображение выглядит как снимок экрана, мультфильм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7F06F017-5579-2656-815D-90C76DBF96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532" y="2673975"/>
            <a:ext cx="5150277" cy="333480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089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50FA34-526D-9E50-F3EF-1ED1ABEC0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ru-RU" sz="6700"/>
              <a:t>Враги и препятствия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E52F5E-0D28-9F01-F046-587E1BDEE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ru-RU" sz="2000" dirty="0"/>
              <a:t>Мир игры наполнен опасностями: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b="1" dirty="0" err="1"/>
              <a:t>Слаймы</a:t>
            </a:r>
            <a:r>
              <a:rPr lang="ru-RU" sz="2000" b="1" dirty="0"/>
              <a:t> (</a:t>
            </a:r>
            <a:r>
              <a:rPr lang="ru-RU" sz="2000" b="1" dirty="0" err="1"/>
              <a:t>Enemies</a:t>
            </a:r>
            <a:r>
              <a:rPr lang="ru-RU" sz="2000" b="1" dirty="0"/>
              <a:t>):</a:t>
            </a:r>
            <a:r>
              <a:rPr lang="ru-RU" sz="2000" dirty="0"/>
              <a:t> Имеют свой интеллект — патрулируют платформы и разворачиваются перед пропастью или стеной.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b="1" dirty="0"/>
              <a:t>Шипы и ловушки:</a:t>
            </a:r>
            <a:r>
              <a:rPr lang="ru-RU" sz="2000" dirty="0"/>
              <a:t> Контакт с ними отнимает жизнь и дает импульс отскока, чтобы игрок не «застрял» в уроне.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b="1" dirty="0"/>
              <a:t>Система HP:</a:t>
            </a:r>
            <a:r>
              <a:rPr lang="ru-RU" sz="2000" dirty="0"/>
              <a:t> При получении урона игрок на секунду становится прозрачным (индикатор неуязвимости).</a:t>
            </a: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578121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1E151F-7C38-6B8D-2BB0-DAD97E045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ru-RU" sz="4800"/>
              <a:t>Система победы и рекордов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231A016-8E59-4203-EE3C-62B6CA6956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3661" y="2599509"/>
            <a:ext cx="4530898" cy="36394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ru-RU" altLang="ru-RU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После прохождения уровня (достижения портала) игра фиксирует результат.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База данных:</a:t>
            </a:r>
            <a:r>
              <a:rPr kumimoji="0" lang="ru-RU" altLang="ru-RU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Имя игрока, количество собранных монет и время прохождения записываются через </a:t>
            </a:r>
            <a:r>
              <a:rPr kumimoji="0" lang="ru-RU" altLang="ru-RU" sz="19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ScoreManager</a:t>
            </a:r>
            <a:r>
              <a:rPr kumimoji="0" lang="ru-RU" altLang="ru-RU" sz="1900" b="0" i="0" u="none" strike="noStrike" cap="none" normalizeH="0" baseline="0">
                <a:ln>
                  <a:noFill/>
                </a:ln>
                <a:effectLst/>
              </a:rPr>
              <a:t> в локальную БД.</a:t>
            </a:r>
            <a:endParaRPr kumimoji="0" lang="ru-RU" altLang="ru-RU" sz="19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Экран победы:</a:t>
            </a:r>
            <a:r>
              <a:rPr kumimoji="0" lang="ru-RU" altLang="ru-RU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Показывает статистику за уровень и предлагает перейти к следующему этапу. Если уровни закончились — игра поздравляет с полным прохождением.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ru-RU" altLang="ru-RU" sz="19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Рисунок 5" descr="Изображение выглядит как текст, снимок экрана, число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4BE4E02A-37E7-48B0-CFE5-BB19EB4AA9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811" y="2484255"/>
            <a:ext cx="4421718" cy="371424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285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73A7B1-9D43-F2D8-B94E-28AE2E2BE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ru-RU" sz="4800"/>
              <a:t>Настройки и пауза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9D2023-A8B7-431D-8BBA-12AE2C0865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3661" y="2599509"/>
            <a:ext cx="4530898" cy="36394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Для комфорта пользователя добавлены системные функции: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Меню паузы (ESC):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Ставит игру и музыку на паузу, позволяя вернуться в меню или продолжить путь.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Настройки: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Изменение громкости музыки и переключение в полноэкранный режим с сохранением этих параметров в файл 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settings.json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effectLst/>
              </a:rPr>
              <a:t>.</a:t>
            </a:r>
            <a:endParaRPr kumimoji="0" lang="ru-RU" altLang="ru-RU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ru-RU" altLang="ru-RU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D43AD03-F85E-DEAF-48C2-EDE1522ED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667537"/>
            <a:ext cx="5150277" cy="334768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015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8F3F25-1B85-7020-EF3E-682F369DD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ru-RU" sz="4800"/>
              <a:t>Спасибо за внимание!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67D7FA2-C4F3-4B91-5D09-18CE72C0F6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5028" y="3017522"/>
            <a:ext cx="9941319" cy="31246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Проект готов к масштабированию: легко добавлять новые уровни просто закидывая текстовые файлы в папку 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levels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effectLst/>
              </a:rPr>
              <a:t>. </a:t>
            </a:r>
            <a:endParaRPr kumimoji="0" lang="ru-RU" altLang="ru-RU" sz="2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901873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393</Words>
  <Application>Microsoft Office PowerPoint</Application>
  <PresentationFormat>Широкоэкранный</PresentationFormat>
  <Paragraphs>30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Arial Unicode MS</vt:lpstr>
      <vt:lpstr>Тема Office</vt:lpstr>
      <vt:lpstr>Проект игра Arcade</vt:lpstr>
      <vt:lpstr>Описание проекта</vt:lpstr>
      <vt:lpstr>Главное меню</vt:lpstr>
      <vt:lpstr>Игровой процесс (Геймплей)</vt:lpstr>
      <vt:lpstr>Враги и препятствия</vt:lpstr>
      <vt:lpstr>Система победы и рекордов</vt:lpstr>
      <vt:lpstr>Настройки и пауза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2026-02-03T10:54:35Z</dcterms:created>
  <dcterms:modified xsi:type="dcterms:W3CDTF">2026-02-03T11:08:57Z</dcterms:modified>
</cp:coreProperties>
</file>